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994A5-0E6B-46BE-8ED4-1318258EC975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59F6DC-2D54-4FD2-9C83-1E646D1837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53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54D-51A6-D716-633A-1B4831B4A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7405D-0D66-4957-E54F-7E22E7065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0B14-4B16-648F-3980-3500541BB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20B62-11B9-82A7-6B0A-294E6757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24475-20BB-1A2B-A27B-C31787EE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46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58DE9-4993-AF8E-C8D4-C1F98AAF4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900BA-D77F-53A1-5668-1006AFC6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EE1B5-1E19-6D23-D049-BC2332DA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F5A9A-9C60-7266-8DCE-B4823C19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1B338-3B35-1C4A-6F8B-E34619BA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4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BDAF-9487-A533-AE1B-BC7A85FBA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71FDF-2AD0-61CC-8CD4-566823C11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AFAAC-D903-0D7E-CDF0-13CC7FAA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ECD9E-C2DF-8E0C-3758-1E1AEE2FA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60341-5DA6-C2AA-DCDA-393EAC29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31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1B0DB-1397-DBF4-9A80-9B3C99413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2EDEA-C186-7605-6ED5-CA223CCCB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9A0BF9-7E84-7F73-C78D-0921D6B3C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15C68-3FA1-952F-2014-55D2E5557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0FA6D-95C5-E947-1783-DB0CF655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BA0D1-CE11-21CF-1C05-93E22285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0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3E34E-177C-EA6E-244B-EE3AB650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563CF-F80A-2489-6F8D-45B117780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CA31E-2162-D8F9-8C1A-4C88B7C9A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4D478E-ECA8-8431-3D87-460771214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2B0B8-8EEE-C54F-3ECD-2D2DD24B5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FF076-1EA9-D812-1C73-D5F2CC817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B760D-479F-BAB3-6AEC-EFA0B0A52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83C1D-B217-4496-C266-FD463132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A2EF-B492-1FCC-D1F3-147D83E6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C7752-AE9C-C791-1846-7673735B6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414260-1824-3AF3-3040-C77CAC78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E323E-6ACA-1264-C15D-63B9755A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7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90E80C-966E-C75F-E9ED-0A09E8A0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59313F-63C1-A9E2-0BC2-0F59E574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C3B61-C988-C11E-1222-31AFB249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1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9A249-30AC-0994-49F8-13A40AA78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C4B59-7CDD-A879-BC30-97CC39E0C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4E2D1-94E3-3A95-98C1-BD50F9291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3DCB9-C48F-65AE-9A43-6C4F8B21A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DBD68-677D-4B31-7D33-88475538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B3053-FFA6-CAAF-5C58-BF075C1D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2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3AB2-2ACC-B07E-5E32-3F22C1323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0F1826-8D46-BEC2-0FE0-E63CB626F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76132-02FE-8162-94DE-1395E3DDF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5F318-AA59-2BD0-FA60-3951390A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E3224-4B0E-44D9-3E88-4A31EB56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DF232F-7F77-0C52-50B6-5FBB10B9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565A-77BD-33BA-C879-5FD9762E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D011C-3398-63C5-0E14-E983061A9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C1F24-18DD-97C0-EE9B-BB48E007D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03155-82A1-5BA8-3CD0-C52DB3E4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E9649-87A0-6C1D-01B0-46277B07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04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04EA82-A96A-0D1D-1DFC-8A845BC2F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73364-8F3B-541C-3FC3-7E224A061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391A4-E4B2-208F-D895-62C164F7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1A303-179D-DAFB-BA03-D08DF4B53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BD27A-86B2-00D8-3457-EE028B44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78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96F39-2A7C-E8BF-1E5D-F39B1D81B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05875-A257-AFDA-8859-6403D6EE3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EE165-E7C1-FA7F-5670-2CB578063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E84D84-C865-405D-A404-0B0C867077FA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F31A3-C5EB-B03F-82FB-99BFDDBC04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A34DD-5EB2-8127-72BD-D77F559F0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58D18-9942-4648-9D25-AA1352DA9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4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661D-F7D2-E6F7-B18C-EAA25150DD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18430-E288-B6D8-11F6-64140E5813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Note</a:t>
            </a:r>
          </a:p>
        </p:txBody>
      </p:sp>
    </p:spTree>
    <p:extLst>
      <p:ext uri="{BB962C8B-B14F-4D97-AF65-F5344CB8AC3E}">
        <p14:creationId xmlns:p14="http://schemas.microsoft.com/office/powerpoint/2010/main" val="3555307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031B38-FF08-C5E6-3BAB-7997CEE37C33}"/>
              </a:ext>
            </a:extLst>
          </p:cNvPr>
          <p:cNvSpPr/>
          <p:nvPr/>
        </p:nvSpPr>
        <p:spPr>
          <a:xfrm>
            <a:off x="8547989" y="3414522"/>
            <a:ext cx="2063750" cy="118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Creating Table</a:t>
            </a:r>
          </a:p>
          <a:p>
            <a:pPr algn="ctr"/>
            <a:r>
              <a:rPr lang="en-US" altLang="ja-JP" dirty="0"/>
              <a:t>Altering Table</a:t>
            </a:r>
          </a:p>
          <a:p>
            <a:pPr algn="ctr"/>
            <a:r>
              <a:rPr lang="en-US" altLang="ja-JP" dirty="0"/>
              <a:t>Dropping Table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3EF14-C068-4DF7-2CF2-1BE63A8B665C}"/>
              </a:ext>
            </a:extLst>
          </p:cNvPr>
          <p:cNvSpPr/>
          <p:nvPr/>
        </p:nvSpPr>
        <p:spPr>
          <a:xfrm>
            <a:off x="8547989" y="1997202"/>
            <a:ext cx="2063750" cy="118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Insert Rows</a:t>
            </a:r>
          </a:p>
          <a:p>
            <a:pPr algn="ctr"/>
            <a:r>
              <a:rPr lang="en-US" altLang="ja-JP" dirty="0"/>
              <a:t>Update Rows</a:t>
            </a:r>
          </a:p>
          <a:p>
            <a:pPr algn="ctr"/>
            <a:r>
              <a:rPr lang="en-US" altLang="ja-JP" dirty="0"/>
              <a:t>Delete Rows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0B5B88-8B0E-54A1-AF80-A787B5B8C035}"/>
              </a:ext>
            </a:extLst>
          </p:cNvPr>
          <p:cNvSpPr/>
          <p:nvPr/>
        </p:nvSpPr>
        <p:spPr>
          <a:xfrm>
            <a:off x="1576324" y="2138172"/>
            <a:ext cx="3297428" cy="255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Queries with Expression</a:t>
            </a:r>
          </a:p>
          <a:p>
            <a:pPr algn="ctr"/>
            <a:r>
              <a:rPr lang="en-US" altLang="ja-JP" dirty="0"/>
              <a:t>Queries with Aggregates</a:t>
            </a:r>
          </a:p>
          <a:p>
            <a:pPr algn="ctr"/>
            <a:r>
              <a:rPr lang="en-US" altLang="ja-JP" dirty="0"/>
              <a:t>Execution of a Query</a:t>
            </a:r>
          </a:p>
          <a:p>
            <a:pPr algn="ctr"/>
            <a:r>
              <a:rPr lang="en-US" altLang="ja-JP" dirty="0"/>
              <a:t>SELECT Queries</a:t>
            </a:r>
          </a:p>
          <a:p>
            <a:pPr algn="ctr"/>
            <a:r>
              <a:rPr lang="en-US" altLang="ja-JP" dirty="0"/>
              <a:t>Queries with Constraints</a:t>
            </a:r>
          </a:p>
          <a:p>
            <a:pPr algn="ctr"/>
            <a:r>
              <a:rPr lang="en-US" altLang="ja-JP" dirty="0"/>
              <a:t>Filtering and Sorting  Queries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219941-6607-38B1-3D05-B489AF718CF1}"/>
              </a:ext>
            </a:extLst>
          </p:cNvPr>
          <p:cNvSpPr/>
          <p:nvPr/>
        </p:nvSpPr>
        <p:spPr>
          <a:xfrm>
            <a:off x="5520460" y="3414522"/>
            <a:ext cx="2063750" cy="118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Joins</a:t>
            </a:r>
          </a:p>
          <a:p>
            <a:pPr algn="ctr"/>
            <a:r>
              <a:rPr lang="en-US" altLang="ja-JP" dirty="0"/>
              <a:t>Inner Joins</a:t>
            </a:r>
          </a:p>
          <a:p>
            <a:pPr algn="ctr"/>
            <a:r>
              <a:rPr lang="en-US" altLang="ja-JP" dirty="0"/>
              <a:t>Outer Joins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B40910-75CA-7E47-E517-828216714A2B}"/>
              </a:ext>
            </a:extLst>
          </p:cNvPr>
          <p:cNvSpPr/>
          <p:nvPr/>
        </p:nvSpPr>
        <p:spPr>
          <a:xfrm>
            <a:off x="5520460" y="2138172"/>
            <a:ext cx="2063750" cy="590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407302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C1F1-5017-EF95-9F01-103C0DBA4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Queries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34FC57-9337-9149-9FFA-7BFA5F276068}"/>
              </a:ext>
            </a:extLst>
          </p:cNvPr>
          <p:cNvSpPr/>
          <p:nvPr/>
        </p:nvSpPr>
        <p:spPr>
          <a:xfrm>
            <a:off x="1267968" y="2020824"/>
            <a:ext cx="7610856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Finding the Data with Select Queries</a:t>
            </a:r>
          </a:p>
          <a:p>
            <a:endParaRPr lang="en-US" dirty="0"/>
          </a:p>
          <a:p>
            <a:r>
              <a:rPr lang="en-US" dirty="0"/>
              <a:t>Find One Column in Table : Select (Column) from (Table)</a:t>
            </a:r>
          </a:p>
          <a:p>
            <a:r>
              <a:rPr lang="en-US" dirty="0"/>
              <a:t>Find Over One Column in Table : Select (Column1),Column(2) from (Table)</a:t>
            </a:r>
          </a:p>
          <a:p>
            <a:r>
              <a:rPr lang="en-US" dirty="0"/>
              <a:t>Find All Column in Table Select * from (Table)</a:t>
            </a:r>
          </a:p>
        </p:txBody>
      </p:sp>
    </p:spTree>
    <p:extLst>
      <p:ext uri="{BB962C8B-B14F-4D97-AF65-F5344CB8AC3E}">
        <p14:creationId xmlns:p14="http://schemas.microsoft.com/office/powerpoint/2010/main" val="353985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A411-907D-1A9F-B3BE-C99701854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77600" cy="1325563"/>
          </a:xfrm>
        </p:spPr>
        <p:txBody>
          <a:bodyPr/>
          <a:lstStyle/>
          <a:p>
            <a:r>
              <a:rPr lang="en-US" dirty="0"/>
              <a:t>Queries with Constraints (Finding)</a:t>
            </a:r>
            <a:br>
              <a:rPr lang="en-US" dirty="0"/>
            </a:br>
            <a:r>
              <a:rPr lang="en-US" dirty="0"/>
              <a:t>Where/Between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2004E-0E36-B0B5-2A30-700A1E09E2DB}"/>
              </a:ext>
            </a:extLst>
          </p:cNvPr>
          <p:cNvSpPr/>
          <p:nvPr/>
        </p:nvSpPr>
        <p:spPr>
          <a:xfrm>
            <a:off x="1618488" y="1922812"/>
            <a:ext cx="4041648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Find Specific Column and Value</a:t>
            </a:r>
          </a:p>
          <a:p>
            <a:endParaRPr lang="en-US" dirty="0"/>
          </a:p>
          <a:p>
            <a:r>
              <a:rPr lang="en-US" dirty="0"/>
              <a:t>Select (Column) from (Table)</a:t>
            </a:r>
          </a:p>
          <a:p>
            <a:r>
              <a:rPr lang="en-US" dirty="0"/>
              <a:t>WHERE  Column = Vale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E7319A-E8FF-FE51-9DE5-A8C09FD95BC8}"/>
              </a:ext>
            </a:extLst>
          </p:cNvPr>
          <p:cNvSpPr/>
          <p:nvPr/>
        </p:nvSpPr>
        <p:spPr>
          <a:xfrm>
            <a:off x="1618488" y="3874008"/>
            <a:ext cx="4041648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Find Data Using BETWEEN</a:t>
            </a:r>
          </a:p>
          <a:p>
            <a:endParaRPr lang="en-US" dirty="0"/>
          </a:p>
          <a:p>
            <a:r>
              <a:rPr lang="en-US" dirty="0"/>
              <a:t>Select (Column) from (Table)</a:t>
            </a:r>
          </a:p>
          <a:p>
            <a:r>
              <a:rPr lang="en-US" dirty="0"/>
              <a:t>WHERE  (Column) BETWEEN (-) AND (-)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90593D-6144-E82A-4CA9-6A7264DC82C7}"/>
              </a:ext>
            </a:extLst>
          </p:cNvPr>
          <p:cNvSpPr/>
          <p:nvPr/>
        </p:nvSpPr>
        <p:spPr>
          <a:xfrm>
            <a:off x="5986272" y="1922812"/>
            <a:ext cx="4602480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Find Data Using BETWEEN</a:t>
            </a:r>
          </a:p>
          <a:p>
            <a:endParaRPr lang="en-US" dirty="0"/>
          </a:p>
          <a:p>
            <a:r>
              <a:rPr lang="en-US" dirty="0"/>
              <a:t>Select (Column) from (Table)</a:t>
            </a:r>
          </a:p>
          <a:p>
            <a:r>
              <a:rPr lang="en-US" dirty="0"/>
              <a:t>WHERE  (Column) NOT BETWEEN (-) AND (-)</a:t>
            </a:r>
          </a:p>
        </p:txBody>
      </p:sp>
    </p:spTree>
    <p:extLst>
      <p:ext uri="{BB962C8B-B14F-4D97-AF65-F5344CB8AC3E}">
        <p14:creationId xmlns:p14="http://schemas.microsoft.com/office/powerpoint/2010/main" val="1069032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E64B-7E2B-DD80-DF86-542A3527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with Constraints(Finding)</a:t>
            </a:r>
            <a:br>
              <a:rPr lang="en-US" dirty="0"/>
            </a:br>
            <a:r>
              <a:rPr lang="en-US" dirty="0"/>
              <a:t>Where/Like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FAF53E-7C99-6E06-DFCE-FC4C57C6351F}"/>
              </a:ext>
            </a:extLst>
          </p:cNvPr>
          <p:cNvSpPr/>
          <p:nvPr/>
        </p:nvSpPr>
        <p:spPr>
          <a:xfrm>
            <a:off x="6626352" y="2261616"/>
            <a:ext cx="4062984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Find Data Using Like</a:t>
            </a:r>
          </a:p>
          <a:p>
            <a:endParaRPr lang="en-US" dirty="0"/>
          </a:p>
          <a:p>
            <a:r>
              <a:rPr lang="en-US" dirty="0"/>
              <a:t>Select (Column) from (Table)</a:t>
            </a:r>
          </a:p>
          <a:p>
            <a:r>
              <a:rPr lang="en-US" dirty="0"/>
              <a:t>WHERE  (Column) NOT LIKE “</a:t>
            </a:r>
            <a:r>
              <a:rPr lang="en-US" altLang="ja-JP" dirty="0"/>
              <a:t>Text</a:t>
            </a:r>
            <a:r>
              <a:rPr lang="en-US" dirty="0"/>
              <a:t>";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3C6CA-4BD7-D4EB-2EDB-92021D661209}"/>
              </a:ext>
            </a:extLst>
          </p:cNvPr>
          <p:cNvSpPr/>
          <p:nvPr/>
        </p:nvSpPr>
        <p:spPr>
          <a:xfrm>
            <a:off x="1368552" y="2261616"/>
            <a:ext cx="4291584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Find Data Using Like</a:t>
            </a:r>
          </a:p>
          <a:p>
            <a:endParaRPr lang="en-US" dirty="0"/>
          </a:p>
          <a:p>
            <a:r>
              <a:rPr lang="en-US" dirty="0"/>
              <a:t>Select (Column) from (Table)</a:t>
            </a:r>
          </a:p>
          <a:p>
            <a:r>
              <a:rPr lang="en-US" dirty="0"/>
              <a:t>WHERE  (Column) LIKE “Text%";</a:t>
            </a:r>
          </a:p>
        </p:txBody>
      </p:sp>
    </p:spTree>
    <p:extLst>
      <p:ext uri="{BB962C8B-B14F-4D97-AF65-F5344CB8AC3E}">
        <p14:creationId xmlns:p14="http://schemas.microsoft.com/office/powerpoint/2010/main" val="3036545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714E1-2984-555B-6C36-CBC04B109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 with Constraints(Sorting)</a:t>
            </a:r>
            <a:br>
              <a:rPr lang="en-US" dirty="0"/>
            </a:br>
            <a:r>
              <a:rPr lang="en-US" dirty="0"/>
              <a:t>Order By/Duplicate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EBB9-327D-1D4F-64CC-2DD4BAF5EA57}"/>
              </a:ext>
            </a:extLst>
          </p:cNvPr>
          <p:cNvSpPr/>
          <p:nvPr/>
        </p:nvSpPr>
        <p:spPr>
          <a:xfrm>
            <a:off x="1267968" y="4215384"/>
            <a:ext cx="4291584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Sorting Data with Order By</a:t>
            </a:r>
          </a:p>
          <a:p>
            <a:endParaRPr lang="en-US" dirty="0"/>
          </a:p>
          <a:p>
            <a:r>
              <a:rPr lang="en-US" dirty="0"/>
              <a:t>Select (Column) from (Table)</a:t>
            </a:r>
          </a:p>
          <a:p>
            <a:r>
              <a:rPr lang="en-US" dirty="0"/>
              <a:t>Order by (Column) ASC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53DB61-0A2B-75A7-76EA-3D99B88E4EF4}"/>
              </a:ext>
            </a:extLst>
          </p:cNvPr>
          <p:cNvSpPr/>
          <p:nvPr/>
        </p:nvSpPr>
        <p:spPr>
          <a:xfrm>
            <a:off x="1267968" y="2093500"/>
            <a:ext cx="4291584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Order By – ASC or DESC</a:t>
            </a:r>
          </a:p>
          <a:p>
            <a:r>
              <a:rPr lang="en-US" dirty="0"/>
              <a:t>Duplicate - DISTINCT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A077CB-1F3B-3C92-0ACA-4CDAD5EB9D6E}"/>
              </a:ext>
            </a:extLst>
          </p:cNvPr>
          <p:cNvSpPr/>
          <p:nvPr/>
        </p:nvSpPr>
        <p:spPr>
          <a:xfrm>
            <a:off x="6129528" y="2093500"/>
            <a:ext cx="4550664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Sorting Data with Order By and Limit</a:t>
            </a:r>
          </a:p>
          <a:p>
            <a:endParaRPr lang="en-US" dirty="0"/>
          </a:p>
          <a:p>
            <a:r>
              <a:rPr lang="en-US" dirty="0"/>
              <a:t>Select (Column) from (Table)</a:t>
            </a:r>
          </a:p>
          <a:p>
            <a:r>
              <a:rPr lang="en-US" dirty="0"/>
              <a:t>Order by (Column) ASC</a:t>
            </a:r>
          </a:p>
          <a:p>
            <a:r>
              <a:rPr lang="en-US" dirty="0"/>
              <a:t>Limit NUMBER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8266D1-8BB4-DD5D-7E76-BFA2A38E8CB4}"/>
              </a:ext>
            </a:extLst>
          </p:cNvPr>
          <p:cNvSpPr/>
          <p:nvPr/>
        </p:nvSpPr>
        <p:spPr>
          <a:xfrm>
            <a:off x="6129528" y="4215384"/>
            <a:ext cx="4550664" cy="1719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Sorting Data with Order By &amp; Limit &amp; Offset</a:t>
            </a:r>
          </a:p>
          <a:p>
            <a:endParaRPr lang="en-US" dirty="0"/>
          </a:p>
          <a:p>
            <a:r>
              <a:rPr lang="en-US" dirty="0"/>
              <a:t>Select (Column) from (Table)</a:t>
            </a:r>
          </a:p>
          <a:p>
            <a:r>
              <a:rPr lang="en-US" dirty="0"/>
              <a:t>Order by (Column) ASC</a:t>
            </a:r>
          </a:p>
          <a:p>
            <a:r>
              <a:rPr lang="en-US" dirty="0"/>
              <a:t>Limit NUMBER Offset NUMBER</a:t>
            </a:r>
          </a:p>
        </p:txBody>
      </p:sp>
    </p:spTree>
    <p:extLst>
      <p:ext uri="{BB962C8B-B14F-4D97-AF65-F5344CB8AC3E}">
        <p14:creationId xmlns:p14="http://schemas.microsoft.com/office/powerpoint/2010/main" val="188805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703C-2DD3-22F4-81F9-DF280ACA2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JOINS/NULL/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6D6C8E-BCED-DBE9-B5B8-1848B3579CB1}"/>
              </a:ext>
            </a:extLst>
          </p:cNvPr>
          <p:cNvSpPr/>
          <p:nvPr/>
        </p:nvSpPr>
        <p:spPr>
          <a:xfrm>
            <a:off x="838200" y="1619430"/>
            <a:ext cx="4980118" cy="2167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JOINING Two Table Primary Key</a:t>
            </a:r>
          </a:p>
          <a:p>
            <a:endParaRPr lang="en-US" dirty="0"/>
          </a:p>
          <a:p>
            <a:r>
              <a:rPr lang="en-US" dirty="0"/>
              <a:t>Select (Column of  Table1) , (Column of Table2)</a:t>
            </a:r>
          </a:p>
          <a:p>
            <a:r>
              <a:rPr lang="en-US" dirty="0"/>
              <a:t>From Table1 </a:t>
            </a:r>
          </a:p>
          <a:p>
            <a:r>
              <a:rPr lang="en-US" dirty="0"/>
              <a:t>JOIN Table 2</a:t>
            </a:r>
          </a:p>
          <a:p>
            <a:r>
              <a:rPr lang="en-US" dirty="0"/>
              <a:t>On Table1.UniqueColumn = Table2.UniqueColumn</a:t>
            </a:r>
          </a:p>
          <a:p>
            <a:r>
              <a:rPr lang="en-US" dirty="0"/>
              <a:t>WHER Column BETWEEN (or) Like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99A3628-0CA4-47C6-A13A-B7A69F16B773}"/>
              </a:ext>
            </a:extLst>
          </p:cNvPr>
          <p:cNvSpPr/>
          <p:nvPr/>
        </p:nvSpPr>
        <p:spPr>
          <a:xfrm>
            <a:off x="6373684" y="1619431"/>
            <a:ext cx="4980118" cy="21671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NULL</a:t>
            </a:r>
          </a:p>
          <a:p>
            <a:endParaRPr lang="en-US" dirty="0"/>
          </a:p>
          <a:p>
            <a:r>
              <a:rPr lang="en-US" dirty="0"/>
              <a:t>SELECT DISTINCT (Column)</a:t>
            </a:r>
          </a:p>
          <a:p>
            <a:r>
              <a:rPr lang="en-US" dirty="0"/>
              <a:t>FROM buildings   </a:t>
            </a:r>
          </a:p>
          <a:p>
            <a:r>
              <a:rPr lang="en-US" dirty="0"/>
              <a:t>LEFT JOIN employees    </a:t>
            </a:r>
          </a:p>
          <a:p>
            <a:r>
              <a:rPr lang="en-US" dirty="0"/>
              <a:t>ON Table1.Column = Table2.Column</a:t>
            </a:r>
          </a:p>
          <a:p>
            <a:r>
              <a:rPr lang="en-US" dirty="0"/>
              <a:t>WHERE (Column) IS NULL;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2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B26A-0303-90B4-D9AF-55D99EC81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/ Update / Delete Rows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B545BB-4A1A-1B0D-D579-E2CA117AB705}"/>
              </a:ext>
            </a:extLst>
          </p:cNvPr>
          <p:cNvSpPr/>
          <p:nvPr/>
        </p:nvSpPr>
        <p:spPr>
          <a:xfrm>
            <a:off x="838200" y="2048256"/>
            <a:ext cx="4921577" cy="2231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Create New Rows (insert …into)</a:t>
            </a:r>
          </a:p>
          <a:p>
            <a:endParaRPr lang="en-US" dirty="0"/>
          </a:p>
          <a:p>
            <a:r>
              <a:rPr lang="en-US" dirty="0"/>
              <a:t>INSERT INTO Tables</a:t>
            </a:r>
          </a:p>
          <a:p>
            <a:r>
              <a:rPr lang="en-US" dirty="0"/>
              <a:t>VALUES(Value, Value,…..Same Type)</a:t>
            </a:r>
          </a:p>
          <a:p>
            <a:r>
              <a:rPr lang="en-US" dirty="0"/>
              <a:t>VALUES (4, "Toy Story 4", "El Director", 2015, 90);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C0410A9-3B5A-45AA-AF4B-2F2DCF9D85A9}"/>
              </a:ext>
            </a:extLst>
          </p:cNvPr>
          <p:cNvSpPr/>
          <p:nvPr/>
        </p:nvSpPr>
        <p:spPr>
          <a:xfrm>
            <a:off x="6341694" y="1997540"/>
            <a:ext cx="4310595" cy="2282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Correction Rows(Update…Set)</a:t>
            </a:r>
          </a:p>
          <a:p>
            <a:endParaRPr lang="en-US" dirty="0"/>
          </a:p>
          <a:p>
            <a:r>
              <a:rPr lang="en-US" dirty="0"/>
              <a:t>UPDATE  (Table) SET </a:t>
            </a:r>
          </a:p>
          <a:p>
            <a:r>
              <a:rPr lang="en-US" dirty="0"/>
              <a:t>Column  = " Value“</a:t>
            </a:r>
          </a:p>
          <a:p>
            <a:r>
              <a:rPr lang="en-US" dirty="0"/>
              <a:t>WHERE Column = Value;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9BED47-DF54-4434-8E5C-84CF549CD37A}"/>
              </a:ext>
            </a:extLst>
          </p:cNvPr>
          <p:cNvSpPr/>
          <p:nvPr/>
        </p:nvSpPr>
        <p:spPr>
          <a:xfrm>
            <a:off x="838200" y="4817474"/>
            <a:ext cx="4921577" cy="810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DELETE FROM Table</a:t>
            </a:r>
          </a:p>
          <a:p>
            <a:r>
              <a:rPr lang="en-US" dirty="0"/>
              <a:t>where year &lt; 2005;</a:t>
            </a:r>
          </a:p>
        </p:txBody>
      </p:sp>
    </p:spTree>
    <p:extLst>
      <p:ext uri="{BB962C8B-B14F-4D97-AF65-F5344CB8AC3E}">
        <p14:creationId xmlns:p14="http://schemas.microsoft.com/office/powerpoint/2010/main" val="3425884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326C-3D1C-4CA1-4142-84BC14C8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/ Altering  / Drop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E5281D-32FA-4EB9-67CA-53BF26C30229}"/>
              </a:ext>
            </a:extLst>
          </p:cNvPr>
          <p:cNvSpPr/>
          <p:nvPr/>
        </p:nvSpPr>
        <p:spPr>
          <a:xfrm>
            <a:off x="1110950" y="1993392"/>
            <a:ext cx="3187674" cy="1815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CREATE TABLE Database </a:t>
            </a:r>
          </a:p>
          <a:p>
            <a:r>
              <a:rPr lang="en-US" dirty="0"/>
              <a:t>(    Name TEXT,    </a:t>
            </a:r>
          </a:p>
          <a:p>
            <a:r>
              <a:rPr lang="en-US" dirty="0"/>
              <a:t>Version FLOAT,   </a:t>
            </a:r>
          </a:p>
          <a:p>
            <a:r>
              <a:rPr lang="en-US" dirty="0"/>
              <a:t> </a:t>
            </a:r>
            <a:r>
              <a:rPr lang="en-US" dirty="0" err="1"/>
              <a:t>Download_count</a:t>
            </a:r>
            <a:r>
              <a:rPr lang="en-US" dirty="0"/>
              <a:t> INTEGER);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886E402-140D-44BF-8BD3-B73BEE94711A}"/>
              </a:ext>
            </a:extLst>
          </p:cNvPr>
          <p:cNvSpPr/>
          <p:nvPr/>
        </p:nvSpPr>
        <p:spPr>
          <a:xfrm>
            <a:off x="4797457" y="1993392"/>
            <a:ext cx="3422716" cy="1815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ALTER TABLE (Table)</a:t>
            </a:r>
          </a:p>
          <a:p>
            <a:r>
              <a:rPr lang="en-US" dirty="0"/>
              <a:t>ADD COLUMN (</a:t>
            </a:r>
            <a:r>
              <a:rPr lang="en-US" dirty="0" err="1"/>
              <a:t>Column_Name</a:t>
            </a:r>
            <a:r>
              <a:rPr lang="en-US" dirty="0"/>
              <a:t>)</a:t>
            </a:r>
          </a:p>
          <a:p>
            <a:r>
              <a:rPr lang="en-US" dirty="0"/>
              <a:t>FLOAT DEFAULT 2.39;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14BCDD-341C-42E1-A9F2-727CC4079FF6}"/>
              </a:ext>
            </a:extLst>
          </p:cNvPr>
          <p:cNvSpPr/>
          <p:nvPr/>
        </p:nvSpPr>
        <p:spPr>
          <a:xfrm>
            <a:off x="8553254" y="1969447"/>
            <a:ext cx="2800546" cy="18150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DROP TABLE </a:t>
            </a:r>
            <a:r>
              <a:rPr lang="en-US" dirty="0" err="1"/>
              <a:t>Table_Name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373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484</Words>
  <Application>Microsoft Office PowerPoint</Application>
  <PresentationFormat>ワイド画面</PresentationFormat>
  <Paragraphs>100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游ゴシック</vt:lpstr>
      <vt:lpstr>Arial</vt:lpstr>
      <vt:lpstr>Office Theme</vt:lpstr>
      <vt:lpstr>SQL</vt:lpstr>
      <vt:lpstr>PowerPoint プレゼンテーション</vt:lpstr>
      <vt:lpstr>Select Queries</vt:lpstr>
      <vt:lpstr>Queries with Constraints (Finding) Where/Between</vt:lpstr>
      <vt:lpstr>Queries with Constraints(Finding) Where/Like</vt:lpstr>
      <vt:lpstr>Queries with Constraints(Sorting) Order By/Duplicate</vt:lpstr>
      <vt:lpstr>TABLE JOINS/NULL/</vt:lpstr>
      <vt:lpstr>Insert / Update / Delete Rows</vt:lpstr>
      <vt:lpstr>Creating / Altering  / Drop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Yihtun Wutt (ウィ　イートン)</dc:creator>
  <cp:lastModifiedBy>PC</cp:lastModifiedBy>
  <cp:revision>21</cp:revision>
  <dcterms:created xsi:type="dcterms:W3CDTF">2026-06-17T04:51:16Z</dcterms:created>
  <dcterms:modified xsi:type="dcterms:W3CDTF">2026-06-21T02:57:02Z</dcterms:modified>
</cp:coreProperties>
</file>